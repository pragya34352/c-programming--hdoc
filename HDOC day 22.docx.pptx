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1000" y="933450"/>
            <a:ext cx="9918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sz="1200">
                <a:solidFill>
                  <a:srgbClr val="000000"/>
                </a:solidFill>
                <a:latin typeface="Roboto"/>
              </a:rPr>
              <a:t>HDOC day 22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5380"/>
            <a:ext cx="58940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i="1" sz="1200">
                <a:solidFill>
                  <a:srgbClr val="C82613"/>
                </a:solidFill>
                <a:latin typeface="Roboto"/>
              </a:rPr>
              <a:t>Write a menu-driven C program that accepts two positive integers, m and n, where m ≤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7310"/>
            <a:ext cx="5582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i="1" sz="1200">
                <a:solidFill>
                  <a:srgbClr val="C82613"/>
                </a:solidFill>
                <a:latin typeface="Roboto"/>
              </a:rPr>
              <a:t>n. Display the following menu and use a switch statement to perform the operation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37970"/>
            <a:ext cx="14490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i="1" sz="1200">
                <a:solidFill>
                  <a:srgbClr val="C82613"/>
                </a:solidFill>
                <a:latin typeface="Roboto"/>
              </a:rPr>
              <a:t>selected by the user: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9900"/>
            <a:ext cx="5641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1200">
                <a:solidFill>
                  <a:srgbClr val="212121"/>
                </a:solidFill>
                <a:latin typeface="Roboto"/>
              </a:rPr>
              <a:t>1.​</a:t>
            </a:r>
            <a:r>
              <a:rPr spc="-4" i="1" sz="1200">
                <a:solidFill>
                  <a:srgbClr val="C82613"/>
                </a:solidFill>
                <a:latin typeface="Roboto"/>
              </a:rPr>
              <a:t> Print the multiplication tables of m and n side by side, using multipliers from 1 to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41830"/>
            <a:ext cx="212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i="1" sz="1200">
                <a:solidFill>
                  <a:srgbClr val="C82613"/>
                </a:solidFill>
                <a:latin typeface="Roboto"/>
              </a:rPr>
              <a:t>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2490"/>
            <a:ext cx="55994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1200">
                <a:solidFill>
                  <a:srgbClr val="212121"/>
                </a:solidFill>
                <a:latin typeface="Roboto"/>
              </a:rPr>
              <a:t>2.​</a:t>
            </a:r>
            <a:r>
              <a:rPr spc="-5" i="1" sz="1200">
                <a:solidFill>
                  <a:srgbClr val="C82613"/>
                </a:solidFill>
                <a:latin typeface="Roboto"/>
              </a:rPr>
              <a:t> Display a multiplication grid containing the products of integers from 1 to m and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44420"/>
            <a:ext cx="1355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i="1" sz="1200">
                <a:solidFill>
                  <a:srgbClr val="C82613"/>
                </a:solidFill>
                <a:latin typeface="Roboto"/>
              </a:rPr>
              <a:t>integers from 1 to 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6350"/>
            <a:ext cx="50482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1200">
                <a:solidFill>
                  <a:srgbClr val="212121"/>
                </a:solidFill>
                <a:latin typeface="Roboto"/>
              </a:rPr>
              <a:t>3.​</a:t>
            </a:r>
            <a:r>
              <a:rPr spc="1" i="1" sz="1200">
                <a:solidFill>
                  <a:srgbClr val="C82613"/>
                </a:solidFill>
                <a:latin typeface="Roboto"/>
              </a:rPr>
              <a:t> For each integer from m to n, print that integer followed by the next five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47010"/>
            <a:ext cx="1431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i="1" sz="1200">
                <a:solidFill>
                  <a:srgbClr val="C82613"/>
                </a:solidFill>
                <a:latin typeface="Roboto"/>
              </a:rPr>
              <a:t>consecutive integers.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48940"/>
            <a:ext cx="13893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1200">
                <a:solidFill>
                  <a:srgbClr val="212121"/>
                </a:solidFill>
                <a:latin typeface="Roboto"/>
              </a:rPr>
              <a:t>4.​</a:t>
            </a:r>
            <a:r>
              <a:rPr spc="11" i="1" sz="1200">
                <a:solidFill>
                  <a:srgbClr val="C82613"/>
                </a:solidFill>
                <a:latin typeface="Roboto"/>
              </a:rPr>
              <a:t> Exit the program.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0870"/>
            <a:ext cx="5285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i="1" sz="1200">
                <a:solidFill>
                  <a:srgbClr val="C82613"/>
                </a:solidFill>
                <a:latin typeface="Roboto"/>
              </a:rPr>
              <a:t>Continue displaying the menu until the user selects the Exit option. Display an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52800"/>
            <a:ext cx="4650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i="1" sz="1200">
                <a:solidFill>
                  <a:srgbClr val="C82613"/>
                </a:solidFill>
                <a:latin typeface="Roboto"/>
              </a:rPr>
              <a:t>appropriate error message if the user enters an invalid menu choice.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53460"/>
            <a:ext cx="5955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i="1" b="1" sz="1200">
                <a:solidFill>
                  <a:srgbClr val="C82613"/>
                </a:solidFill>
                <a:latin typeface="Roboto"/>
              </a:rPr>
              <a:t>Note:</a:t>
            </a:r>
            <a:r>
              <a:rPr spc="4" i="1" sz="1200">
                <a:solidFill>
                  <a:srgbClr val="C82613"/>
                </a:solidFill>
                <a:latin typeface="Roboto"/>
              </a:rPr>
              <a:t> Prepare the algorithm and test-case table. Then write, compile and execute the C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55390"/>
            <a:ext cx="35661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i="1" sz="1200">
                <a:solidFill>
                  <a:srgbClr val="C82613"/>
                </a:solidFill>
                <a:latin typeface="Roboto"/>
              </a:rPr>
              <a:t>program, and test it against the prepared test cases.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7320"/>
            <a:ext cx="304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200">
                <a:solidFill>
                  <a:srgbClr val="000000"/>
                </a:solidFill>
                <a:latin typeface="Roboto"/>
              </a:rPr>
              <a:t>Aim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6710"/>
            <a:ext cx="57645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To write a menu-driven C program using switch to perform multiplication tables, multiplication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0860"/>
            <a:ext cx="26073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100">
                <a:solidFill>
                  <a:srgbClr val="000000"/>
                </a:solidFill>
                <a:latin typeface="Roboto"/>
              </a:rPr>
              <a:t>grid, and consecutive-number operations.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6286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Algorithm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10430"/>
            <a:ext cx="4965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1)Start.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5850"/>
            <a:ext cx="29476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2)Input positive integers m and n, where m ≤ n.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80000"/>
            <a:ext cx="12801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3)Display the menu.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65420"/>
            <a:ext cx="13614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4)Input user's choice.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9570"/>
            <a:ext cx="7531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Use switch: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34990"/>
            <a:ext cx="30035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5)Choice 1: Print tables of m and n side by side.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19140"/>
            <a:ext cx="36385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6)Choice 2: Print multiplication grid from 1 to m and 1 to n.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04560"/>
            <a:ext cx="4508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7)Choice 3: For each number from m to n, print it and next five numbers.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88710"/>
            <a:ext cx="10629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8)Choice 4: Exit.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374130"/>
            <a:ext cx="28714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9)For any other choice, display Invalid choice.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558280"/>
            <a:ext cx="22034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10)Repeat the menu until choice 4.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743700"/>
            <a:ext cx="5562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100">
                <a:solidFill>
                  <a:srgbClr val="000000"/>
                </a:solidFill>
                <a:latin typeface="Roboto"/>
              </a:rPr>
              <a:t>11)Stop.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92912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C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712978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7313930"/>
            <a:ext cx="666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int main(){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499350"/>
            <a:ext cx="8610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" sz="1100">
                <a:solidFill>
                  <a:srgbClr val="000000"/>
                </a:solidFill>
                <a:latin typeface="Roboto"/>
              </a:rPr>
              <a:t> int m,n,ch,i,j;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7683500"/>
            <a:ext cx="15036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sz="1100">
                <a:solidFill>
                  <a:srgbClr val="000000"/>
                </a:solidFill>
                <a:latin typeface="Roboto"/>
              </a:rPr>
              <a:t> scanf("%d%d",&amp;m,&amp;n);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8053070"/>
            <a:ext cx="2794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100">
                <a:solidFill>
                  <a:srgbClr val="000000"/>
                </a:solidFill>
                <a:latin typeface="Roboto"/>
              </a:rPr>
              <a:t> do{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69" y="8237220"/>
            <a:ext cx="28765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 printf("\n1.Tables 2.Grid 3.Next five 4.Exit\n");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69" y="8422640"/>
            <a:ext cx="11226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scanf("%d",&amp;ch);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3769" y="8792210"/>
            <a:ext cx="7518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100">
                <a:solidFill>
                  <a:srgbClr val="000000"/>
                </a:solidFill>
                <a:latin typeface="Roboto"/>
              </a:rPr>
              <a:t> switch(ch){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1869" y="8976360"/>
            <a:ext cx="5283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 case 1: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1240" y="932180"/>
            <a:ext cx="11442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100">
                <a:solidFill>
                  <a:srgbClr val="000000"/>
                </a:solidFill>
                <a:latin typeface="Roboto"/>
              </a:rPr>
              <a:t> for(i=1;i&lt;=10;i++)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340" y="1117600"/>
            <a:ext cx="24345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sz="1100">
                <a:solidFill>
                  <a:srgbClr val="000000"/>
                </a:solidFill>
                <a:latin typeface="Roboto"/>
              </a:rPr>
              <a:t> printf("%d x %d=%d\t%d x %d=%d\n",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120" y="1301750"/>
            <a:ext cx="9779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100">
                <a:solidFill>
                  <a:srgbClr val="000000"/>
                </a:solidFill>
                <a:latin typeface="Roboto"/>
              </a:rPr>
              <a:t> m,i,m*i,n,i,n*i);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240" y="1485900"/>
            <a:ext cx="46481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break;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869" y="1855470"/>
            <a:ext cx="5283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 case 2: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40" y="2040889"/>
            <a:ext cx="11518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 for(i=1;i&lt;=m;i++){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340" y="2225040"/>
            <a:ext cx="106679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for(j=1;j&lt;=n;j++)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710" y="2410460"/>
            <a:ext cx="10147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printf("%d ",i*j);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340" y="2594610"/>
            <a:ext cx="7353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240" y="278003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240" y="2964180"/>
            <a:ext cx="46481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break;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869" y="3333750"/>
            <a:ext cx="5283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 case 3: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240" y="3519170"/>
            <a:ext cx="11518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 for(i=m;i&lt;=n;i++){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340" y="3703320"/>
            <a:ext cx="11328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for(j=i;j&lt;=i+5;j++)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8710" y="3887470"/>
            <a:ext cx="9283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100">
                <a:solidFill>
                  <a:srgbClr val="000000"/>
                </a:solidFill>
                <a:latin typeface="Roboto"/>
              </a:rPr>
              <a:t> printf("%d ",j);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340" y="4072890"/>
            <a:ext cx="7353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" y="425704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" y="4442460"/>
            <a:ext cx="46481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break;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869" y="4812030"/>
            <a:ext cx="9550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100">
                <a:solidFill>
                  <a:srgbClr val="000000"/>
                </a:solidFill>
                <a:latin typeface="Roboto"/>
              </a:rPr>
              <a:t> case 4: break;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869" y="5181600"/>
            <a:ext cx="19621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 default: printf("Invalid choice");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69" y="5365750"/>
            <a:ext cx="123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51170"/>
            <a:ext cx="9194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100">
                <a:solidFill>
                  <a:srgbClr val="000000"/>
                </a:solidFill>
                <a:latin typeface="Roboto"/>
              </a:rPr>
              <a:t> }while(ch!=4);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20740"/>
            <a:ext cx="5969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return 0;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0489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91580"/>
            <a:ext cx="779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200">
                <a:solidFill>
                  <a:srgbClr val="000000"/>
                </a:solidFill>
                <a:latin typeface="Roboto"/>
              </a:rPr>
              <a:t>Question 2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90970"/>
            <a:ext cx="317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Aim: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676390"/>
            <a:ext cx="58813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100">
                <a:solidFill>
                  <a:srgbClr val="000000"/>
                </a:solidFill>
                <a:latin typeface="Roboto"/>
              </a:rPr>
              <a:t>To write a C program to display a multiplication grid containing products of integers from 1 to m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860540"/>
            <a:ext cx="698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100">
                <a:solidFill>
                  <a:srgbClr val="000000"/>
                </a:solidFill>
                <a:latin typeface="Roboto"/>
              </a:rPr>
              <a:t>and 1 to n.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045959"/>
            <a:ext cx="666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Algorithm: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230109"/>
            <a:ext cx="3721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Start.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7414259"/>
            <a:ext cx="9309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Input m and n.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599680"/>
            <a:ext cx="19240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Use an outer loop from 1 to m.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7783830"/>
            <a:ext cx="1878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Use an inner loop from 1 to n.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7969250"/>
            <a:ext cx="15011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100">
                <a:solidFill>
                  <a:srgbClr val="000000"/>
                </a:solidFill>
                <a:latin typeface="Roboto"/>
              </a:rPr>
              <a:t>Calculate and print i × j.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8153400"/>
            <a:ext cx="268477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Move to the next row after each inner loop.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8338820"/>
            <a:ext cx="3644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Stop.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852297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870839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8892540"/>
            <a:ext cx="666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int main(){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2180"/>
            <a:ext cx="6743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m,n,i,j;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600"/>
            <a:ext cx="15036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sz="1100">
                <a:solidFill>
                  <a:srgbClr val="000000"/>
                </a:solidFill>
                <a:latin typeface="Roboto"/>
              </a:rPr>
              <a:t> scanf("%d%d",&amp;m,&amp;n);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85900"/>
            <a:ext cx="11518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 for(i=1;i&lt;=m;i++){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769" y="1671320"/>
            <a:ext cx="10668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for(j=1;j&lt;=n;j++)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869" y="1855470"/>
            <a:ext cx="10147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 printf("%d ",i*j);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769" y="2040889"/>
            <a:ext cx="7340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5040"/>
            <a:ext cx="1244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1046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5880"/>
            <a:ext cx="779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200">
                <a:solidFill>
                  <a:srgbClr val="000000"/>
                </a:solidFill>
                <a:latin typeface="Roboto"/>
              </a:rPr>
              <a:t>Question 3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96540"/>
            <a:ext cx="317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Aim: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80690"/>
            <a:ext cx="56019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100">
                <a:solidFill>
                  <a:srgbClr val="000000"/>
                </a:solidFill>
                <a:latin typeface="Roboto"/>
              </a:rPr>
              <a:t>To write a C program to print each integer from m to n followed by its next five consecutive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66110"/>
            <a:ext cx="5740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integers.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50260"/>
            <a:ext cx="6286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Algorithm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35679"/>
            <a:ext cx="3721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Start.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19829"/>
            <a:ext cx="9309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Input m and n.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5250"/>
            <a:ext cx="1497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Run a loop from m to 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89400"/>
            <a:ext cx="49352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For each integer, run another loop to print the number and its next five integers.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74820"/>
            <a:ext cx="13652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100">
                <a:solidFill>
                  <a:srgbClr val="000000"/>
                </a:solidFill>
                <a:latin typeface="Roboto"/>
              </a:rPr>
              <a:t>Move to the next line.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58970"/>
            <a:ext cx="3644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Stop.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439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2854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#include &lt;stdio.h&gt;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12690"/>
            <a:ext cx="666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int main(){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98110"/>
            <a:ext cx="6743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int m,n,i,j;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82260"/>
            <a:ext cx="15036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sz="1100">
                <a:solidFill>
                  <a:srgbClr val="000000"/>
                </a:solidFill>
                <a:latin typeface="Roboto"/>
              </a:rPr>
              <a:t> scanf("%d%d",&amp;m,&amp;n);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51830"/>
            <a:ext cx="11518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100">
                <a:solidFill>
                  <a:srgbClr val="000000"/>
                </a:solidFill>
                <a:latin typeface="Roboto"/>
              </a:rPr>
              <a:t> for(i=m;i&lt;=n;i++){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69" y="5937250"/>
            <a:ext cx="11328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 for(j=i;j&lt;=i+5;j++)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869" y="6121400"/>
            <a:ext cx="9296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100">
                <a:solidFill>
                  <a:srgbClr val="000000"/>
                </a:solidFill>
                <a:latin typeface="Roboto"/>
              </a:rPr>
              <a:t> printf("%d ",j);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69" y="6306820"/>
            <a:ext cx="7340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 printf("\n");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90970"/>
            <a:ext cx="1244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" sz="1100">
                <a:solidFill>
                  <a:srgbClr val="000000"/>
                </a:solidFill>
                <a:latin typeface="Roboto"/>
              </a:rPr>
              <a:t> }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676390"/>
            <a:ext cx="850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100">
                <a:solidFill>
                  <a:srgbClr val="000000"/>
                </a:solidFill>
                <a:latin typeface="Roboto"/>
              </a:rPr>
              <a:t>}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861809"/>
            <a:ext cx="779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200">
                <a:solidFill>
                  <a:srgbClr val="000000"/>
                </a:solidFill>
                <a:latin typeface="Roboto"/>
              </a:rPr>
              <a:t>Question 4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062470"/>
            <a:ext cx="317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Aim: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7246620"/>
            <a:ext cx="43992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To exit the menu-driven program when the user selects the Exit option.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7432040"/>
            <a:ext cx="666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Algorithm: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616190"/>
            <a:ext cx="3721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Start.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7801609"/>
            <a:ext cx="1155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100">
                <a:solidFill>
                  <a:srgbClr val="000000"/>
                </a:solidFill>
                <a:latin typeface="Roboto"/>
              </a:rPr>
              <a:t>Display the menu.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7985759"/>
            <a:ext cx="15862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Accept the user's choice.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8171180"/>
            <a:ext cx="21729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If the choice is 4, exit the program.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8355330"/>
            <a:ext cx="3644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Stop.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8539480"/>
            <a:ext cx="481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C code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8724900"/>
            <a:ext cx="488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case 4: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240" y="8909050"/>
            <a:ext cx="46481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100">
                <a:solidFill>
                  <a:srgbClr val="000000"/>
                </a:solidFill>
                <a:latin typeface="Roboto"/>
              </a:rPr>
              <a:t> break;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431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Roboto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4110"/>
            <a:ext cx="53073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100">
                <a:solidFill>
                  <a:srgbClr val="000000"/>
                </a:solidFill>
                <a:latin typeface="Roboto"/>
              </a:rPr>
              <a:t>The menu driven c program was successful executed to perform multiplication tables,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8260"/>
            <a:ext cx="2491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consecutive integersand exit operations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3680"/>
            <a:ext cx="6908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100">
                <a:solidFill>
                  <a:srgbClr val="000000"/>
                </a:solidFill>
                <a:latin typeface="Roboto"/>
              </a:rPr>
              <a:t>Thank you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87830"/>
            <a:ext cx="9779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Pragya pandey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3250"/>
            <a:ext cx="5892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100">
                <a:solidFill>
                  <a:srgbClr val="000000"/>
                </a:solidFill>
                <a:latin typeface="Roboto"/>
              </a:rPr>
              <a:t>Batch 15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